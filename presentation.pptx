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a13a4ea2084f94" Type="http://schemas.openxmlformats.org/officeDocument/2006/relationships/extended-properties" Target="docProps/app.xml"/><Relationship Id="R098bfba894e2479d" Type="http://schemas.openxmlformats.org/officeDocument/2006/relationships/officeDocument" Target="ppt/presentation.xml"/><Relationship Id="R65851e71e0db4407" Type="http://schemas.openxmlformats.org/officeDocument/2006/relationships/custom-properties" Target="docProps/custom.xml"/><Relationship Id="Rfedc41f63bbd4a6b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b6e41e017be4c9a"/>
  </p:notesMasterIdLst>
  <p:sldIdLst>
    <p:sldId id="256" r:id="Rf8354318c9c74574"/>
    <p:sldId id="257" r:id="R57dc5e550f954a64"/>
    <p:sldId id="258" r:id="Rba0ee6944f0e495e"/>
    <p:sldId id="259" r:id="Rc074b649b6c447f7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57dc5e550f954a64" Type="http://schemas.openxmlformats.org/officeDocument/2006/relationships/slide" Target="slides/slide2.xml"/><Relationship Id="Rba0ee6944f0e495e" Type="http://schemas.openxmlformats.org/officeDocument/2006/relationships/slide" Target="slides/slide3.xml"/><Relationship Id="Rbb6e41e017be4c9a" Type="http://schemas.openxmlformats.org/officeDocument/2006/relationships/notesMaster" Target="notesMasters/notesMaster1.xml"/><Relationship Id="Rc074b649b6c447f7" Type="http://schemas.openxmlformats.org/officeDocument/2006/relationships/slide" Target="slides/slide4.xml"/><Relationship Id="Rf8354318c9c74574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776bcb2bdf06442e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86615b4e46d4e1e" Type="http://schemas.openxmlformats.org/officeDocument/2006/relationships/slide" Target="../slides/slide1.xml"/><Relationship Id="R3a643b3f2eb44b0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46c2d71fb04c34" Type="http://schemas.openxmlformats.org/officeDocument/2006/relationships/notesMaster" Target="../notesMasters/notesMaster1.xml"/><Relationship Id="R404e4e3675a549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e209912104471f" Type="http://schemas.openxmlformats.org/officeDocument/2006/relationships/slide" Target="../slides/slide3.xml"/><Relationship Id="R3e3738f8e2d74ff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ea70d56cfb8482e" Type="http://schemas.openxmlformats.org/officeDocument/2006/relationships/notesMaster" Target="../notesMasters/notesMaster1.xml"/><Relationship Id="R8d245a087b6a4cb9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先说使用者和问题，不讲课程日名称代替问题。指出真实输入和产品边界。目标 30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说明基线为何简单、候选只复杂哪一步，以及比较条件如何保持相同。目标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只选择一条最能回答问题的证据。说出命令、指标含义和一个真实样本。目标 60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用失败收尾，明确不能声称什么和下一项最小检查。不要说泛泛的“数据不够”。目标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dba8ea6312493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35a1e0a25cb413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b8969c20ffe4c8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48023f1a8d643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d4bf08e9eb543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bc315336deb4de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44a45034051e4ef9" Type="http://schemas.openxmlformats.org/officeDocument/2006/relationships/notesSlide" Target="../notesSlides/notesSlide1.xml"/><Relationship Id="Raefebeb3045e49b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73428f4bf784ab7" Type="http://schemas.openxmlformats.org/officeDocument/2006/relationships/notesSlide" Target="../notesSlides/notesSlide2.xml"/><Relationship Id="R7844c19829c34b0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ba6474a54994b41" Type="http://schemas.openxmlformats.org/officeDocument/2006/relationships/slideLayout" Target="../slideLayouts/slideLayout1.xml"/><Relationship Id="R83c9e05996514fc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082804f6d3f4b95" Type="http://schemas.openxmlformats.org/officeDocument/2006/relationships/notesSlide" Target="../notesSlides/notesSlide4.xml"/><Relationship Id="R840776f45b3c4f3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 xmlns:a="http://schemas.openxmlformats.org/drawingml/2006/main">
            <a:off x="720000" y="108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2952000" y="1152000"/>
            <a:ext cx="846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4200" b="1">
                <a:latin typeface="Microsoft YaHei"/>
              </a:rPr>
              <a:t>预测下一小时家庭用电</a:t>
            </a:r>
          </a:p>
        </p:txBody>
      </p:sp>
      <p:sp>
        <p:nvSpPr>
          <p:cNvPr id="100002" name="CoverBody"/>
          <p:cNvSpPr txBox="1"/>
          <p:nvPr/>
        </p:nvSpPr>
        <p:spPr>
          <a:xfrm xmlns:a="http://schemas.openxmlformats.org/drawingml/2006/main">
            <a:off x="2952000" y="216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200" b="0">
                <a:latin typeface="Microsoft YaHei"/>
              </a:rPr>
              <a:t>为家庭能源研究小组预测下一小时平均功率，比较持续性基线与滞后特征随机森林，并检查高需求漏报。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2952000" y="4572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600" b="1">
                <a:latin typeface="Microsoft YaHei"/>
              </a:rPr>
              <a:t>AI 工程营 D3 · 3 分钟答辩 · 哈哈哈组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icrosoft YaHei"/>
              </a:rPr>
              <a:t>02 · 方法 · 约 45 秒</a:t>
            </a:r>
          </a:p>
        </p:txBody>
      </p:sp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3800" b="1">
                <a:latin typeface="Microsoft YaHei"/>
              </a:rPr>
              <a:t>真实数据 + 简单基线与候选</a:t>
            </a:r>
          </a:p>
        </p:txBody>
      </p:sp>
      <p:sp>
        <p:nvSpPr>
          <p:cNvPr id="100006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Input"/>
          <p:cNvSpPr/>
          <p:nvPr/>
        </p:nvSpPr>
        <p:spPr>
          <a:xfrm xmlns:a="http://schemas.openxmlformats.org/drawingml/2006/main">
            <a:off x="540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200" b="1">
                <a:latin typeface="Microsoft YaHei"/>
              </a:rPr>
              <a:t>真实输入</a:t>
            </a:r>
          </a:p>
          <a:p xmlns:a="http://schemas.openxmlformats.org/drawingml/2006/main">
            <a:r>
              <a:rPr sz="2200" b="1">
                <a:latin typeface="Microsoft YaHei"/>
              </a:rPr>
              <a:t>Kaggle 家庭用电 2,075,259 条分钟记录，聚合为小时平均功率；只用 lag_1/2/3/24 和 hour_of_day。</a:t>
            </a:r>
          </a:p>
        </p:txBody>
      </p:sp>
      <p:sp>
        <p:nvSpPr>
          <p:cNvPr id="100008" name="Baseline"/>
          <p:cNvSpPr/>
          <p:nvPr/>
        </p:nvSpPr>
        <p:spPr>
          <a:xfrm xmlns:a="http://schemas.openxmlformats.org/drawingml/2006/main">
            <a:off x="4572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200" b="1">
                <a:latin typeface="Microsoft YaHei"/>
              </a:rPr>
              <a:t>简单基线</a:t>
            </a:r>
          </a:p>
          <a:p xmlns:a="http://schemas.openxmlformats.org/drawingml/2006/main">
            <a:r>
              <a:rPr sz="2200" b="1">
                <a:latin typeface="Microsoft YaHei"/>
              </a:rPr>
              <a:t>用最近一小时功率预测下一小时，零学习。</a:t>
            </a:r>
          </a:p>
        </p:txBody>
      </p:sp>
      <p:sp>
        <p:nvSpPr>
          <p:cNvPr id="100009" name="Candidate"/>
          <p:cNvSpPr/>
          <p:nvPr/>
        </p:nvSpPr>
        <p:spPr>
          <a:xfrm xmlns:a="http://schemas.openxmlformats.org/drawingml/2006/main">
            <a:off x="8604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200" b="1">
                <a:latin typeface="Microsoft YaHei"/>
              </a:rPr>
              <a:t>候选方法</a:t>
            </a:r>
          </a:p>
          <a:p xmlns:a="http://schemas.openxmlformats.org/drawingml/2006/main">
            <a:r>
              <a:rPr sz="2200" b="1">
                <a:latin typeface="Microsoft YaHei"/>
              </a:rPr>
              <a:t>RandomForestRegressor(random_state=2026)，按时间顺序 80/20 划分，不随机打乱。</a:t>
            </a:r>
          </a:p>
        </p:txBody>
      </p:sp>
      <p:sp>
        <p:nvSpPr>
          <p:cNvPr id="100010" name="MethodPrompt"/>
          <p:cNvSpPr txBox="1"/>
          <p:nvPr/>
        </p:nvSpPr>
        <p:spPr>
          <a:xfrm xmlns:a="http://schemas.openxmlformats.org/drawingml/2006/main">
            <a:off x="1080000" y="4680000"/>
            <a:ext cx="1000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000" b="0">
                <a:latin typeface="Microsoft YaHei"/>
              </a:rPr>
              <a:t>同一测试区间比较 MAE、RMSE 和高需求召回。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icrosoft YaHei"/>
              </a:rPr>
              <a:t>03 · 证据 · 约 60 秒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3800" b="1">
                <a:latin typeface="Microsoft YaHei"/>
              </a:rPr>
              <a:t>候选平均误差更低，高需求仍会漏</a:t>
            </a:r>
          </a:p>
        </p:txBody>
      </p:sp>
      <p:sp>
        <p:nvSpPr>
          <p:cNvPr id="100013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Metric"/>
          <p:cNvSpPr/>
          <p:nvPr/>
        </p:nvSpPr>
        <p:spPr>
          <a:xfrm xmlns:a="http://schemas.openxmlformats.org/drawingml/2006/main">
            <a:off x="540000" y="1800000"/>
            <a:ext cx="5292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Microsoft YaHei"/>
              </a:rPr>
              <a:t>主指标</a:t>
            </a:r>
          </a:p>
          <a:p xmlns:a="http://schemas.openxmlformats.org/drawingml/2006/main">
            <a:r>
              <a:rPr sz="2400" b="1">
                <a:latin typeface="Microsoft YaHei"/>
              </a:rPr>
              <a:t>MAE：基线 0.794 kW → 候选 0.578 kW</a:t>
            </a:r>
          </a:p>
          <a:p xmlns:a="http://schemas.openxmlformats.org/drawingml/2006/main">
            <a:r>
              <a:rPr sz="2400" b="1">
                <a:latin typeface="Microsoft YaHei"/>
              </a:rPr>
              <a:t>RMSE：1.112 → 0.792 kW</a:t>
            </a:r>
          </a:p>
          <a:p xmlns:a="http://schemas.openxmlformats.org/drawingml/2006/main">
            <a:r>
              <a:rPr sz="2400" b="1">
                <a:latin typeface="Microsoft YaHei"/>
              </a:rPr>
              <a:t>测试集 496 个小时样本。</a:t>
            </a:r>
          </a:p>
        </p:txBody>
      </p:sp>
      <p:sp>
        <p:nvSpPr>
          <p:cNvPr id="100015" name="Case"/>
          <p:cNvSpPr/>
          <p:nvPr/>
        </p:nvSpPr>
        <p:spPr>
          <a:xfrm xmlns:a="http://schemas.openxmlformats.org/drawingml/2006/main">
            <a:off x="6156000" y="1800000"/>
            <a:ext cx="5436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200" b="1">
                <a:latin typeface="Microsoft YaHei"/>
              </a:rPr>
              <a:t>真实失败</a:t>
            </a:r>
          </a:p>
          <a:p xmlns:a="http://schemas.openxmlformats.org/drawingml/2006/main">
            <a:r>
              <a:rPr sz="2200" b="1">
                <a:latin typeface="Microsoft YaHei"/>
              </a:rPr>
              <a:t>2007-03-19 19:00：实际 4.10 kW，预测 1.84 kW，高需求漏报。</a:t>
            </a:r>
          </a:p>
        </p:txBody>
      </p:sp>
      <p:sp>
        <p:nvSpPr>
          <p:cNvPr id="100016" name="EvidencePrompt"/>
          <p:cNvSpPr txBox="1"/>
          <p:nvPr/>
        </p:nvSpPr>
        <p:spPr>
          <a:xfrm xmlns:a="http://schemas.openxmlformats.org/drawingml/2006/main">
            <a:off x="792000" y="4680000"/>
            <a:ext cx="1058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000" b="0">
                <a:latin typeface="Microsoft YaHei"/>
              </a:rPr>
              <a:t>数字来自 metrics.json；失败样本来自 largest_errors.csv，可重新运行 analyze.py 复现。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 xmlns:a="http://schemas.openxmlformats.org/drawingml/2006/main">
            <a:off x="540000" y="50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3800" b="1">
                <a:latin typeface="Microsoft YaHei"/>
              </a:rPr>
              <a:t>失败、限制与下一步</a:t>
            </a:r>
          </a:p>
        </p:txBody>
      </p:sp>
      <p:sp>
        <p:nvSpPr>
          <p:cNvPr id="100018" name="Failure"/>
          <p:cNvSpPr/>
          <p:nvPr/>
        </p:nvSpPr>
        <p:spPr>
          <a:xfrm xmlns:a="http://schemas.openxmlformats.org/drawingml/2006/main">
            <a:off x="540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100" b="1">
                <a:latin typeface="Microsoft YaHei"/>
              </a:rPr>
              <a:t>一个真实失败</a:t>
            </a:r>
          </a:p>
          <a:p xmlns:a="http://schemas.openxmlformats.org/drawingml/2006/main">
            <a:r>
              <a:rPr sz="2100" b="1">
                <a:latin typeface="Microsoft YaHei"/>
              </a:rPr>
              <a:t>高需求召回：基线 0.184 → 候选 0.105；候选漏报 34 次，平均误差好不等于高峰预测好。</a:t>
            </a:r>
          </a:p>
        </p:txBody>
      </p:sp>
      <p:sp>
        <p:nvSpPr>
          <p:cNvPr id="100019" name="Limit"/>
          <p:cNvSpPr/>
          <p:nvPr/>
        </p:nvSpPr>
        <p:spPr>
          <a:xfrm xmlns:a="http://schemas.openxmlformats.org/drawingml/2006/main">
            <a:off x="4374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100" b="1">
                <a:latin typeface="Microsoft YaHei"/>
              </a:rPr>
              <a:t>证据不支持什么</a:t>
            </a:r>
          </a:p>
          <a:p xmlns:a="http://schemas.openxmlformats.org/drawingml/2006/main">
            <a:r>
              <a:rPr sz="2100" b="1">
                <a:latin typeface="Microsoft YaHei"/>
              </a:rPr>
              <a:t>只来自一户家庭、前 150,000 条记录，不能推广到其他家庭，不能用于电网控制或安全告警。</a:t>
            </a:r>
          </a:p>
        </p:txBody>
      </p:sp>
      <p:sp>
        <p:nvSpPr>
          <p:cNvPr id="100020" name="Next"/>
          <p:cNvSpPr/>
          <p:nvPr/>
        </p:nvSpPr>
        <p:spPr>
          <a:xfrm xmlns:a="http://schemas.openxmlformats.org/drawingml/2006/main">
            <a:off x="8208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100" b="1">
                <a:latin typeface="Microsoft YaHei"/>
              </a:rPr>
              <a:t>下一项最小检查</a:t>
            </a:r>
          </a:p>
          <a:p xmlns:a="http://schemas.openxmlformats.org/drawingml/2006/main">
            <a:r>
              <a:rPr sz="2100" b="1">
                <a:latin typeface="Microsoft YaHei"/>
              </a:rPr>
              <a:t>统计漏报时间分布，加入滚动均值/标准差或星期特征，看高需求召回能否改善。</a:t>
            </a:r>
          </a:p>
        </p:txBody>
      </p:sp>
      <p:sp>
        <p:nvSpPr>
          <p:cNvPr id="100021" name="EndMeta"/>
          <p:cNvSpPr txBox="1"/>
          <p:nvPr/>
        </p:nvSpPr>
        <p:spPr>
          <a:xfrm xmlns:a="http://schemas.openxmlformats.org/drawingml/2006/main">
            <a:off x="720000" y="4680000"/>
            <a:ext cx="107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900" b="1">
                <a:latin typeface="Microsoft YaHei"/>
              </a:rPr>
              <a:t>准备回答：输入追踪到输出 · 指标计算 · 失败案例 · 数据边界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2026-08-11T15:34:49Z</dcterms:created>
  <cp:lastModifiedBy>OfficeCLI</cp:lastModifiedBy>
  <dcterms:modified xsi:type="dcterms:W3CDTF">2026-08-11T15:34:49Z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2026-08-11T15:35:06Z</vt:lpwstr>
  </op:property>
</op:Properties>
</file>